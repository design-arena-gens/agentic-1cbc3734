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Indofil M-45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7D2FE"/>
                </a:solidFill>
              </a:rPr>
              <a:t>Mancozeb 75% WP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Comprehensive Product Overview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Product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Brand: Indofil M-45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Active Ingredient: Mancozeb 75% WP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Formulation: Wettable powder, multi-site contact fungicide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Broad-spectrum control of fungal diseases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Prevents resistance development due to multi-site action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Mode of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Multi-site contact fungicide with protective action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Interferes with enzyme activity of fungal spores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Prevents spore germination and pathogen establishment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No systemic movement; remains on plant surface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Features &amp;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Broad-spectrum: controls many foliar diseases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Resistance management: multi-site activity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Protectant: forms barrier on plant surfaces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Good tank-mix partner with many fungicides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Cost-effective disease prevention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Improves yield and quality by disease suppression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Flexible application intervals (7-10 days typical)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Suitable for many crops: potato, tomato, grapes, etc.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Reliable performance across environments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5E7EB"/>
                </a:solidFill>
              </a:rPr>
              <a:t>- Trusted, well-established chemistry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Representative Uses &amp; Rates (Guide)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Crop / Disease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Rate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Notes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Potato - Early/Late blight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1.0-2.0 kg/ha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Start preventively; 7-10 day interval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Tomato - Leaf spots/blight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1.0-2.0 kg/ha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Ensure thorough coverage of canopy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Grapes - Downy mildew (protectant)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1.0-2.0 kg/ha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Rotate/tank-mix per program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Cereals/Pulses - Leaf spots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1.0-2.0 kg/ha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Adjust per label and local advice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Application Guidelines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Apply preventively or at first sign of disease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Maintain spray intervals based on pressure and weather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Use sufficient water volume for even coverage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Avoid applications before rain without drying time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Rotate/tank-mix as per resistance management programs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Compatibility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Generally compatible with many fungicides/insecticides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Always perform a jar test before tank mixing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Avoid highly alkaline products; follow label guidance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Safety &amp; Precautions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Use PPE: gloves, mask/respirator, protective clothing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Avoid inhalation and skin/eye contact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Do not contaminate water bodies or animal feed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Keep away from children and uninformed persons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Follow local regulations and label instructions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Storage &amp; Handling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Store in original, tightly closed container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Keep in cool, dry, well-ventilated place away from food/feed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Dispose of containers as per local regulations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Do not reuse empty packaging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Disclaimer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Rates and uses are indicative. Always consult the registered label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Follow regional regulations and agronomic advice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5E7EB"/>
                </a:solidFill>
              </a:rPr>
              <a:t>- Product availability/details may vary by country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2025-11-23T07:11:55Z</dcterms:created>
  <dcterms:modified xsi:type="dcterms:W3CDTF">2025-11-23T07:11:55Z</dcterms:modified>
</cp:coreProperties>
</file>